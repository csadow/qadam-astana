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возле MEGA Silk Way и у вас свободен час. Хочется успеть что-то приятное, а не потратить время на поиск. Qadam предлагает конкретные места и считает прогулку вместе с возвращением. Его основа — реальные данные и понятные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Недостаточно назвать популярный парк. Пользователь спрашивает: что подходит рядом со мной и под мой запас времени? Родителю важен формат прогулки, туристу — расстояние, человеку с ноутбуком — розетка. Но данных о розетке может не быть. Мы соединяем поиск, проверку условий и короткое объяснение, а неизвестное оставляем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Это рабочий прототип. Задаём старт, время и желание. Получаем один маршрут: карточки, карта и экспорт показывают те же остановки и длительность. На телефоне маршрут виден первым, подробные предпочтения раскрываются по необходимости. Демо использует явно обозначенное время; режим «Сейчас» берёт текущие часы. Интерфейс работает на английском, русском и казахском. Геолокация необязательна.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секунд</a:t>
            </a:r>
          </a:p>
          <a:p/>
          <a:p>
            <a:r>
              <a:t>Покажем «Час рядом с EXPO» в режиме демо. Получаем две остановки: короткую паузу и общественную аллею. Примерно тридцать одна минута на ходьбу и двадцать на посещения, вместе пятьдесят одна, включая возвращение. Закрепим аллею и заменим кафе: видно, что изменилось, и можно отменить. Теперь введём «не хочу кофе, только парк». В интерпретации появился отказ, кафе исчезло. Сады кампуса не предлагаются из-за ограничений доступа. Это приблизительный план прогулки, а не проверенная пешеходная навигация. Вернёмся к слайдам.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Сбор данных автоматизирован. Скрипт получает OpenStreetMap, фильтрует категории и удаляет дубликаты. В снимке триста мест в пяти районах. У ста двух есть часы, у двадцати шести — тег доступности. Отдельный слой обогащает четырнадцать записей: двадцать пять фактов о тринадцати местах и ограничения доступа. Первичные источники уточнили понедельник в музее и вход в кампус. Дата исследования не означает проверку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Поиск сочетает BM25 и многоязычные понятия. Проверки учитывают расстояние, длительность, расписание и отказ от категорий. Gemini получает только выбранные места, факты и ограниченный контекст. Он пишет объяснение, занятие и небольшую миссию. Проверяем ID мест, цитаты и распространённые неподтверждённые обещания. Но это не доказательство каждого предложения. Факты и правила показаны отдельно, а при ошибке остаётся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Маршрут можно уточнить без повторного заполнения формы. Закрепляем аллею, заменяем кафе, видим новое время. Удаление оставляет свободное место, отмена возвращает предыдущий вариант. Закреплённая остановка не может обойти дождь или закрытие: система объяснит конфликт. Для компании показываем, чьи интересы учтены. Если условия меняются, можно сравнить план Б и вернуть исходный. Отказ от кофе тоже учитывается: запрос «не хочу кофе, только парк» исключает кафе.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Отсутствие данных не превращается в уверенное обещание. Розетки и тишина здесь неизвестны. Тег доступности заведения не означает проверенный путь без ступеней. Точные координаты, исходный запрос и история редактирования остаются в браузере. Карта не обращается к сторонним тайлам. В Gemini уходят публичные места и нормализованные предпочтения. Сетевые метаданные при этом могут обрабатываться инфраструктурой провайдера.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Проходят пятьдесят семь тестов кода, семнадцать приёмочных сценариев и сорок восемь браузерных проверок. Проверили сто шестьдесят сочетаний ограничений и ещё сто сочетаний согласованности карточек с маршрутом. Живой музейный запрос один раз перешёл на шаблон, а повторная проверка прошла: оба результата сохранены. Это инженерная проверка, не пользовательское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Пользовательская прогулка остаётся бесплатной. B2B-гипотеза — виджет для отелей, городских порталов и организаторов мероприятий. Выручку мы пока не заявляем. Для пилота предлагаем двадцать пользователей, три сценария и две недели. Измеряем время до выбора, полезность и ошибки ограничений. Партнёрские размещения должны быть обозначены и не смогут отменять ограничения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Сейчас есть пять районов и приблизительное время ходьбы. Следующий технический шаг — пешеходный граф с входами, переходами и барьерами. Следующий продуктовый шаг — наблюдать, как три–пять человек решают задачи в прототипе. Протокол уже готов; результаты ещё не получены. Затем проверим спрос и расширим местные факты. Новые функции будем выбирать по этим наблюдениям.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</a:t>
            </a:r>
          </a:p>
          <a:p/>
          <a:p>
            <a:r>
              <a:t>Qadam превращает свободный час в небольшой понятный план. Пользователь видит реальные места, ограничения и возможность изменить решение. Работают сбор данных, интерфейс, генерация и проверки. Следующий шаг — испытать эту пользу с людьми. Спасибо! Готовы показать любой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33831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5154385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51 минута = 31 минута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12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· заменить · удалить ·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отменить.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Сценарий смоделирован. Время — оценка; линии на карте не являются навигацией.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фактов из источников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 25 фактов о 13 местах.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Снимок: 18.10.2026 · © OpenStreetMap contributors / ODbL · Дата сбора ≠ проверка заведения.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проверен локально и на hosted-демо · 18.10.2026.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КОНТРОЛЬ И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Маршрут, который можно изменить.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edi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553200" cy="1411671"/>
          </a:xfrm>
          <a:prstGeom prst="rect">
            <a:avLst/>
          </a:prstGeom>
        </p:spPr>
      </p:pic>
      <p:pic>
        <p:nvPicPr>
          <p:cNvPr id="9" name="Picture 8" descr="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648200"/>
            <a:ext cx="6553200" cy="1238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2171700"/>
            <a:ext cx="39624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Оставить важное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2628900"/>
            <a:ext cx="39624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остановку. Заменить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соседнюю. Увидеть изменение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времени и отменить.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3695700"/>
            <a:ext cx="39624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Учесть компанию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4152900"/>
            <a:ext cx="39624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2–5 интересов, видимый компромисс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план Б на дождь или меньше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времени.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5219700"/>
            <a:ext cx="39624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Учитывать отказ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0" y="5638800"/>
            <a:ext cx="3962400" cy="335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87768"/>
                </a:solidFill>
                <a:latin typeface="Noto Sans"/>
              </a:defRPr>
            </a:pPr>
            <a:r>
              <a:t>«Не хочу кофе, только парк» — без кафе.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2460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17 / 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48 / 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Ещё 100 сочетаний: карточки, карта и время относятся к одному маршруту. Пользовательский пилот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Дорога приблизительная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Пешеходный граф: входы, переходы, барьеры.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Пока нет пользовательского пилота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Наблюдения, обратная связь и проверка спроса.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Дальше: события, пешеходный граф, независимая проверка доступности.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Общий маршрут. План Б.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Следующий шаг — пилот с реальными пользователями.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Репозиторий и hosted-демо пока приватные: для жюри нужен доступ или архив.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