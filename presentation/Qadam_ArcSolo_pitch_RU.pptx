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возле MEGA Silk Way и у вас свободен час. Хочется успеть что-то приятное, а не потратить время на поиск. Qadam предлагает конкретные места и считает прогулку вместе с возвращением. Его основа — реальные данные и понятные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Недостаточно назвать популярный парк. Пользователь спрашивает: что подходит рядом со мной и под мой запас времени? Родителю важен формат прогулки, туристу — расстояние, человеку с ноутбуком — розетка. Но данных о розетке может не быть. Мы соединяем поиск, проверку условий и короткое объяснение, а неизвестное оставляем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Это рабочий прототип. Задаём старт, время и желание. Получаем один маршрут: карточки, карта и экспорт показывают те же остановки и длительность. На телефоне маршрут виден первым, подробные предпочтения раскрываются по необходимости. Демо использует явно обозначенное время; режим «Сейчас» берёт текущие часы. Интерфейс работает на английском, русском и казахском. Геолокация необязательна.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секунд</a:t>
            </a:r>
          </a:p>
          <a:p/>
          <a:p>
            <a:r>
              <a:t>Покажем час возле EXPO. Две остановки занимают примерно пятьдесят три минуты, включая возвращение. Сплошная линия следует связным пешеходным путям OSM, пунктир — примерным соединениям. Добавим возвращение к пятнадцати часам и пять минут запаса: маршрут ещё помещается, это видно в расписании. Затем выберем историю EXPO с двумя часами и пределом перехода тридцать минут. Главы связаны источниками и вопросами для наблюдения. Уменьшим время: история станет неполной, а система предложит уже проверенное увеличение времени. Применяем его — обе главы снова в плане. Текущее состояние входов всё равно требует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Сбор данных автоматизирован. Скрипт получает OpenStreetMap, фильтрует категории и удаляет дубликаты. В снимке триста мест в пяти районах. У ста двух есть часы, у двадцати шести — тег доступности. Отдельный слой обогащает девятнадцать записей: тридцать два факта о восемнадцати местах и ограничения доступа. Первичные источники уточнили понедельник в музее и вход в кампус. Дата исследования не означает проверку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Поиск сочетает BM25 и многоязычные понятия. Проверки учитывают расстояние, длительность, расписание и отказ от категорий. Gemini получает только выбранные места, факты и ограниченный контекст. Он пишет объяснение, занятие и небольшую миссию. Проверяем ID мест, цитаты и распространённые неподтверждённые обещания. Но это не доказательство каждого предложения. Факты и правила показаны отдельно, а при ошибке остаётся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добавили три короткие истории, а не просто ещё один список мест. У каждой главы есть вопрос, первоисточник и условия посещения. Когда одна остановка не вписывается, приложение честно показывает часть истории. Альтернатива предварительно рассчитана тем же планировщиком и не снимает ограничения доступа или ходьбы. Дедлайн включает возвращение, а запас вычитается до планирования. Можно закреплять и менять места, учитывать компанию и сравнивать план на дождь.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Отсутствие данных не превращается в уверенное обещание. Розетки и тишина здесь неизвестны. Тег доступности заведения не означает проверенный путь без ступеней. Точные координаты, исходный запрос и история редактирования остаются в браузере. Карта не обращается к сторонним тайлам. В Gemini уходят публичные места и нормализованные предпочтения. Сетевые метаданные при этом могут обрабатываться инфраструктурой провайдера.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Проходят восемьдесят шесть тестов кода, шесть проверок сборщика графа, двадцать пять приёмочных сценариев и семьдесят три проверки браузера. Целевой аудит сложных запросов улучшился с трёх до десяти из десяти; ещё двенадцать перефразировок прошли. Проверены обходы, односторонние пути, разрывы сети, дедлайны и неполные истории. Живой Gemini работает. Это инженерная проверка конкретных примеров, не общая точность и не пользовательское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Пользовательская прогулка остаётся бесплатной. B2B-гипотеза — виджет для отелей, городских порталов и организаторов мероприятий. Выручку мы пока не заявляем. Для пилота предлагаем двадцать пользователей, три сценария и две недели. Измеряем время до выбора, полезность и ошибки ограничений. Партнёрские размещения должны быть обозначены и не смогут отменять ограничения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Все пять запланированных улучшений работают: точнее понимаем время и отказ, строим пешеходные пути в пяти районах, связываем места в истории, предлагаем проверенный выход из пустого результата и учитываем срок возвращения с запасом. Теперь пути собраны в пяти районах, а не только в EXPO. Добавлены местные факты о пяти местах, неясное время требует подтверждения, карточки показывают реальный переход от предыдущей остановки. Входы не проверены на месте; нужны обновление источников и проверка казахского. Пользовательские сессии отложены; спрос и удобство пока не доказаны.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</a:t>
            </a:r>
          </a:p>
          <a:p/>
          <a:p>
            <a:r>
              <a:t>Qadam превращает свободный час в небольшой понятный план. Пользователь видит реальные места, ограничения и возможность изменить решение. Работают сбор данных, интерфейс, генерация и проверки. Уже работают истории, пути в пяти районах, восстановление плана и возврат с запасом. Спасибо! Готовы показать любой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41394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5154385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53 минуты = 33 минуты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80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· заменить · удалить ·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отменить.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EXPO: сплошные линии по OSM; пунктир — оценка соединений. Входы и перекрытия не проверены.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факта из источников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 32 факта о 18 местах.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Пять районов: 5 188 пешеходных путей · Снимок 18.10.2026 · © OpenStreetMap contributors / ODbL.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— локально и в видео; публичное демо без платной генерации.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НОВЫЕ 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Места складываются в историю. Время — в план.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6370785" cy="396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1900" y="2133600"/>
            <a:ext cx="4000500" cy="413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defRPr sz="1980" b="0">
                <a:solidFill>
                  <a:srgbClr val="203E36"/>
                </a:solidFill>
                <a:latin typeface="Noto Serif"/>
              </a:defRPr>
            </a:pPr>
            <a:r>
              <a:t>Три истории по источникам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1900" y="2590800"/>
            <a:ext cx="3962400" cy="852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EXPO, городские символы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палеонтология. Вопрос на каждой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остановке.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1900" y="3581400"/>
            <a:ext cx="3962400" cy="413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defRPr sz="1980" b="0">
                <a:solidFill>
                  <a:srgbClr val="203E36"/>
                </a:solidFill>
                <a:latin typeface="Noto Serif"/>
              </a:defRPr>
            </a:pPr>
            <a:r>
              <a:t>Понятный выход из тупика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4038600"/>
            <a:ext cx="3962400" cy="852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Не хватает времени? Применить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проверенный вариант или вернуть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условия.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1900" y="5029200"/>
            <a:ext cx="3962400" cy="413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defRPr sz="1980" b="0">
                <a:solidFill>
                  <a:srgbClr val="203E36"/>
                </a:solidFill>
                <a:latin typeface="Noto Serif"/>
              </a:defRPr>
            </a:pPr>
            <a:r>
              <a:t>Возвращение с запасом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5486400"/>
            <a:ext cx="39624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Дедлайн, резерв и видимое расписание.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2892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25 /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73 / 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Ещё 6 тестов сбора графа и 100 сочетаний согласованности маршрута. Пользовательский пилот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Входы не проверены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Пять районов на карте; проверить входы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перекрытия.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Язык остаётся эвристикой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Больше примеров и проверка казахского языка.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Понимаем «полчаса» и 1h30m. Неясное время просим подтвердить.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Истории города. Пешеходные пути.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План Б и возвращение с запасом.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Код и планировщик доступны публично. Живой Gemini — в локальном приложении и видео.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