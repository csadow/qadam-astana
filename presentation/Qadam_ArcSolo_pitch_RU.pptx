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стоите возле MEGA Silk Way и у вас свободен один час. Хочется успеть что-то приятное, а не потратить половину времени на поиск. Qadam предлагает конкретные места, объясняет выбор и считает прогулку вместе с возвращением. Наш принцип: полезная рекомендация начинается с реальных данных и честных ограничений.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В этой задаче недостаточно назвать популярный парк или музей. Пользователь спрашивает: что подходит именно сейчас, рядом со мной и под мой запас времени? Родителю важен формат прогулки, туристу — расстояние, человеку с ноутбуком — розетка. Но данных о розетке может вообще не быть. Мы решили соединить поиск, проверку ограничений и короткое объяснение, а отсутствие данных сделать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Так выглядит рабочий прототип. Слева задаём старт, свободное время и интересы. Справа видим карту, до трёх рекомендаций и компактный маршрут. У каждого места есть причина выбора, оценка прогулки и посещения, отдельная идея действия и ссылка на источник. Есть английский, русский и казахский интерфейс. Геолокация необязательна: можно выбрать знакомый ориентир, ничего не разрешая браузеру.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</a:t>
            </a:r>
          </a:p>
          <a:p/>
          <a:p>
            <a:r>
              <a:t>Переключимся на демо и нажмём «Час рядом с EXPO». Система находит три разных варианта и предлагает маршрут с короткой паузой и общественной аллеей: примерно тридцать одну минуту на ходьбу и двадцать на короткие остановки. Вместе — пятьдесят одна минута, включая возвращение. Обратите внимание: сады кампуса NU исключены после проверки правил доступа. Место на карте ещё не означает свободный вход. Теперь выберем тихое кафе с розеткой. Мы увидим кафе, но также предупреждение: розетки и тишина не подтверждены. И наконец уменьшим время: если ничего не подходит, система честно покажет пустой результат. Вернёмся к слайдам.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Важное требование трека — собрать данные автоматически. Наш скрипт получает открытые данные OpenStreetMap, фильтрует категории и удаляет дубликаты. В снимке триста именованных мест в пяти районах. У ста двух есть часы работы, у двадцати шести — тег доступности. Краткие описания карты собраны из тегов. Отдельно добавлен двадцать один факт об одиннадцати местах из официальных источников. Так мы обнаружили закрытие музея по понедельникам и ограничения входа в кампус. Мы сохраняем происхождение каждой записи и можем воспроизвести обработку без интернета. Дата скачивания не выдаётся за дату проверки заведения.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</a:t>
            </a:r>
          </a:p>
          <a:p/>
          <a:p>
            <a:r>
              <a:t>Наш RAG начинается с реальных документов POI. Поиск сочетает BM25 и небольшой многоязычный словарь намерений. Затем строгие проверки исключают слишком далёкие места, неподходящие категории и визиты, которые не укладываются в известное расписание. Затем Gemini пишет короткое объяснение, занятие и маленькую миссию по найденным фактам, настроению и интересам компании. Код проверяет места, принадлежность цитат и типичные неподтверждённые обещания. Для внешнего осмотра Байтерека недоступны факты о внутренних экспонатах. Но это не доказательство каждой фразы: исходные факты показаны отдельно. Живой вызов проверен локально и на размещённом демо. При ошибке провайдера остаётся честно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Представьте троих друзей: одному нужен кофе, другому природа, третьему достопримечательность. Маршрут показывает, что учтены все три интереса. Если начинается дождь, план Б пересчитывает маршрут и честно показывает, чей интерес больше не помещается. Остальные ограничения сохраняются. Можно сравнить вариант на пятнадцать минут короче и вернуть исходный план. А маленькие миссии превращают остановки в наблюдения и разговоры.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На этом экране видно нашу главную продуктовую особенность: отсутствие сведений не превращается в уверенное обещание. Мы разделяем факты из POI и предложенные действия. Тег доступности заведения не означает проверенный маршрут без ступеней. Точные координаты остаются в памяти браузера, история местоположения не сохраняется. Для карты не нужны сторонние тайлы. В опциональный запрос Gemini уходят только публичные места и несколько флагов предпочтений. При этом мы честно отмечаем, что инфраструктура провайдеров может обрабатывать сетевые метаданные.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Мы проверили не только удачный сценарий. Есть сорок семь тестов движка, API и собранного Worker, сто шестьдесят комбинаций контекста, двенадцать приёмочных сценариев и двадцать семь проверок браузера. Среди них — закрытие заведения во время визита, слишком короткий бюджет, отсутствие данных, неверные ответы модели, мобильная вёрстка и отсутствие отправки координат. Это инженерные проверки прототипа. Они не означают, что мы уже измерили удовлетворённость реальных пользователей или качество живой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видим бесплатный пользовательский сценарий и потенциальную B2B-модель: виджет для отелей, городских порталов и организаторов мероприятий. Но это гипотеза, а не заявка на уже существующую выручку. Следующий шаг — двухнедельный пилот с двадцатью пользователями на трёх сценариях. Будем измерять полезность рекомендации, время до выбора и ошибки ограничений. Если появятся партнёрские размещения, они будут маркироваться и не смогут обойти фильтры времени или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не пытаемся скрыть границы прототипа. Сейчас данные покрывают пять районов, а пешее время оценивается по расстоянию с коэффициентом обхода. Следующий технический шаг — пешеходный граф с реальными входами и переходами. Следующий шаг по данным — проверенные описания и расписания от партнёров. Живую модель проверили на трёх сценариях; впереди оценка полезности с настоящими пользователями. После этого имеет смысл добавлять события и улучшать маршруты, опираясь на реальные отзывы.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Qadam превращает свободный час в понятный небольшой план. Его сила — в сочетании реальных мест, выполнимого бюджета времени и честного объяснения того, что известно, а что нет. У нас готов рабочий интерфейс, автоматизированный сбор, тесты и воспроизводимое демо. Мы хотим проверить эту пользу на одном районе вместе с реальными пользователями и локальными партнёрами. Спасибо! Готовы показать любой из сценариев и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41394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6539626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51 минута = 31 минута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80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Сады кампуса исключены: нужен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Сценарий смоделирован. Время — оценка; линии на карте не являются навигацией.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дополнительный факт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Снимок: 18.10.2026 · © OpenStreetMap contributors / ODbL · Дата сбора ≠ проверка заведения.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проверен локально и на hosted-демо · 18.10.2026.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УНИКАЛЬНЫЕ СЦЕНАРИИ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Разные интересы. Один общий маршрут.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77000" cy="1231108"/>
          </a:xfrm>
          <a:prstGeom prst="rect">
            <a:avLst/>
          </a:prstGeom>
        </p:spPr>
      </p:pic>
      <p:pic>
        <p:nvPicPr>
          <p:cNvPr id="9" name="Picture 8" descr="ba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848100"/>
            <a:ext cx="6477000" cy="214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2209800"/>
            <a:ext cx="41148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203E36"/>
                </a:solidFill>
                <a:latin typeface="Noto Serif"/>
              </a:defRPr>
            </a:pPr>
            <a:r>
              <a:t>Для компании из 2–5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2667000"/>
            <a:ext cx="39624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Показываем, чьи интересы вошли в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маршрут и где остался компромисс.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3695700"/>
            <a:ext cx="41148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203E36"/>
                </a:solidFill>
                <a:latin typeface="Noto Serif"/>
              </a:defRPr>
            </a:pPr>
            <a:r>
              <a:t>План Б — без потери условий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4152900"/>
            <a:ext cx="39624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Дождь или меньше времени: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сравнить, применить и вернуть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исходный план.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5067300"/>
            <a:ext cx="4114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Маленькая миссия открытия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0" y="5448300"/>
            <a:ext cx="39624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Наблюдение или вопрос о конкретном месте.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29266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12 /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27 /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Включая пустую выдачу, закрытие во время визита, приватность, мобильный экран и неверный ответ модели.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Дорога приблизительная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Пешеходный граф: входы, переходы, барьеры.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Пока нет пользовательского пилота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Наблюдения, обратная связь и проверка спроса.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Дальше: события, пешеходный граф, независимая проверка доступности.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Общий маршрут. План Б.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Следующий шаг — пилот с реальными пользователями.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Репозиторий и hosted-демо пока приватные: для жюри нужен доступ или архив.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