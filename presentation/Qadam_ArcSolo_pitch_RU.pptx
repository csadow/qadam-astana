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возле MEGA Silk Way и у вас свободен час. Хочется успеть что-то приятное, а не потратить время на поиск. Qadam предлагает конкретные места и считает прогулку вместе с возвращением. Его основа — реальные данные и понятные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час возле EXPO. Две остановки занимают примерно пятьдесят три минуты, включая возвращение. Сплошная линия следует связным пешеходным путям OSM, пунктир — примерным соединениям. Добавим возвращение к пятнадцати часам и пять минут запаса: маршрут ещё помещается, это видно в расписании. Затем выберем историю EXPO с двумя часами и пределом перехода тридцать минут. Главы связаны источниками и вопросами для наблюдения. Уменьшим время: история станет неполной, а система предложит уже проверенное увеличение времени. Применяем его — обе главы снова в плане. Текущее состояние входов всё равно требует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четырнадцать записей: двадцать пять фактов о тринадцати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добавили три короткие истории, а не просто ещё один список мест. У каждой главы есть вопрос, первоисточник и условия посещения. Когда одна остановка не вписывается, приложение честно показывает часть истории. Альтернатива предварительно рассчитана тем же планировщиком и не снимает ограничения доступа или ходьбы. Дедлайн включает возвращение, а запас вычитается до планирования. Можно закреплять и менять места, учитывать компанию и сравнивать план на дождь.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семьдесят пять тестов кода, шесть проверок сборщика графа, двадцать пять приёмочных сценариев и шестьдесят две браузерные проверок. Целевой аудит сложных запросов улучшился с трёх до десяти из десяти; ещё двенадцать перефразировок прошли. Проверены обходы, односторонние пути, разрывы сети, дедлайны и неполные истории. Живой Gemini работает. Это инженерная проверка конкретных примеров, не общая точность и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Все пять запланированных улучшений работают: точнее понимаем время и отказ, строим пешеходные пути в EXPO, связываем места в истории, предлагаем проверенный выход из пустого результата и учитываем срок возвращения с запасом. Но сеть пока покрывает один район, входы не проверены на месте, а понимание языка остаётся эвристическим. Дальше нужны расширение графа, обновление источников и проверка казахского. Пользовательские сессии отложены; спрос и удобство пока не доказаны.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Уже работают истории, пути в EXPO, восстановление плана и возврат с запасом.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41394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53 минуты = 33 минуты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80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EXPO: сплошные линии по OSM; пунктир — оценка соединений. Входы и перекрытия не проверены.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фактов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25 фактов о 13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EXPO: 1 122 пешеходных пути · Снимок 18.10.2026 · © OpenStreetMap contributors / ODbL.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проверен локально и на hosted-демо · 19.10.2026 (Астана).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НОВЫЕ 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Места складываются в историю. Время — в план.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6370785" cy="396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1900" y="2133600"/>
            <a:ext cx="40005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Три истории по источникам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1900" y="2590800"/>
            <a:ext cx="3962400" cy="852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EXPO, городские символы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палеонтология. Вопрос на каждой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остановке.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1900" y="3581400"/>
            <a:ext cx="39624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Понятный выход из тупика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4038600"/>
            <a:ext cx="3962400" cy="852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Не хватает времени? Применить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проверенный вариант или вернуть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условия.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1900" y="5029200"/>
            <a:ext cx="39624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Возвращение с запасом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5486400"/>
            <a:ext cx="39624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Дедлайн, резерв и видимое расписание.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460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25 /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62 / 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6 тестов сбора графа и 100 сочетаний согласованности маршрута.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Граф только в EXPO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Проверить входы и расширить на другие районы.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Язык остаётся эвристикой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Больше примеров и проверка казахского языка.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Все пять улучшений внедрены. Следующий шаг — расширить покрытие и качество данных.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Истории города. Пешеходные пути.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План Б и возвращение с запасом.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Код открыт на GitHub. Размещённое демо приватное; доступны локальный запуск и видео.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