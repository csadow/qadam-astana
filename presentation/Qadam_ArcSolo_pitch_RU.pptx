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Здравствуйте! Мы — ArcSolo, и это Qadam: помощник по коротким прогулкам в Астане. Представьте, что вы возле MEGA Silk Way и у вас свободен час. Хочется успеть что-то приятное, а не потратить время на поиск. Qadam предлагает конкретные места и считает прогулку вместе с возвращением. Его основа — реальные данные и понятные ограничения.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Недостаточно назвать популярный парк. Пользователь спрашивает: что подходит рядом со мной и под мой запас времени? Родителю важен формат прогулки, туристу — расстояние, человеку с ноутбуком — розетка. Но данных о розетке может не быть. Мы соединяем поиск, проверку условий и короткое объяснение, а неизвестное оставляем видимым.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Это рабочий прототип. Задаём старт, время и желание. Получаем один маршрут: карточки, карта и экспорт показывают те же остановки и длительность. На телефоне маршрут виден первым, подробные предпочтения раскрываются по необходимости. Демо использует явно обозначенное время; режим «Сейчас» берёт текущие часы. Интерфейс работает на английском, русском и казахском. Геолокация необязательна.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секунд</a:t>
            </a:r>
          </a:p>
          <a:p/>
          <a:p>
            <a:r>
              <a:t>Покажем час возле EXPO. Две остановки занимают примерно пятьдесят три минуты, включая возвращение. Сплошная линия следует связным пешеходным путям OSM, пунктир — примерным соединениям. Добавим возвращение к пятнадцати часам и пять минут запаса. Запускаем репетицию «Идём вместе». Представим, что пришли в кафе, а оно недоступно. Отмечаем это, затем теряем пятнадцать минут. Точка изменилась, остаток времени уменьшился, но срок пятнадцать часов сохранён. Добавляем дождь: уличные посещения исчезают, ограничения остаются. Можно выбрать возвращение сейчас. Указание недоступности действует только в нашей прогулке, общую базу оно не меняет. Реальное состояние входов требует проверки.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Сбор данных автоматизирован. Скрипт получает OpenStreetMap, фильтрует категории и удаляет дубликаты. В снимке триста мест в пяти районах. У ста двух есть часы, у двадцати шести — тег доступности. Отдельный слой обогащает девятнадцать записей: тридцать два факта о восемнадцати местах и ограничения доступа. Первичные источники уточнили понедельник в музее и вход в кампус. Дата исследования не означает проверку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Поиск сочетает BM25 и многоязычные понятия. Проверки учитывают расстояние, длительность, расписание и отказ от категорий. Gemini получает только выбранные места, факты и ограниченный контекст. Он пишет объяснение, занятие и небольшую миссию. Проверяем ID мест, цитаты и распространённые неподтверждённые обещания. Но это не доказательство каждого предложения. Факты и правила показаны отдельно, а при ошибке остаётся обозначенный шаблонный режим.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Главный новый сценарий: мы пришли в кафе, а оно недоступно. Затем потеряли пятнадцать минут и начался дождь. Qadam пересчитывает только оставшийся план от подтверждённой точки. Срок возвращения и первоначальный старт не меняются, запас не тратится молча. Завершённые места не добавляются снова. Если посещение уже не помещается, остаётся возвращение; если и оно не успевает, приложение прямо показывает это. Жюри может проверить всё в явно обозначенной репетиции. В реальной прогулке часы обновляются при действиях, местоположение подтверждает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Отсутствие данных не превращается в уверенное обещание. Розетки и тишина здесь неизвестны. Тег доступности заведения не означает проверенный путь без ступеней. Точные координаты, исходный запрос и история редактирования остаются в браузере. Карта не обращается к сторонним тайлам. В Gemini уходят публичные места и нормализованные предпочтения. Сетевые метаданные при этом могут обрабатываться инфраструктурой провайдера.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Проходят сто три теста кода, шесть проверок сборщика графа, двадцать пять приёмочных сценариев и девяносто восемь проверок браузера. Целевой аудит сложных запросов улучшился с трёх до десяти из десяти; ещё двенадцать перефразировок прошли. Проверены обходы, односторонние пути, разрывы сети, дедлайны и неполные истории. Живой Gemini работает. Это инженерная проверка конкретных примеров, не общая точность и не пользовательское исследование.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Пользовательская прогулка остаётся бесплатной. B2B-гипотеза — виджет для отелей, городских порталов и организаторов мероприятий. Выручку мы пока не заявляем. Для пилота предлагаем двадцать пользователей, три сценария и две недели. Измеряем время до выбора, полезность и ошибки ограничений. Партнёрские размещения должны быть обозначены и не смогут отменять ограничения маршрута.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Основные возможности работают: точнее понимаем время и отказ, строим пешеходные пути в пяти районах, связываем места в истории, предлагаем проверенный выход из пустого результата и учитываем срок возвращения с запасом. Теперь пути собраны в пяти районах, а не только в EXPO. Добавлены местные факты о пяти местах, неясное время требует подтверждения, карточки показывают реальный переход от предыдущей остановки. Входы не проверены на месте; нужны обновление источников и проверка казахского. Пользовательские сессии отложены; спрос и удобство пока не доказаны.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</a:t>
            </a:r>
          </a:p>
          <a:p/>
          <a:p>
            <a:r>
              <a:t>Qadam превращает свободный час в небольшой понятный план. Пользователь видит реальные места, ограничения и возможность изменить решение. Работают сбор данных, интерфейс, генерация и проверки. План адаптируется уже во время прогулки: меняется оставшийся путь, сохраняется исходное обязательство вернуться. Жюри может проверить это в репетиции. Спасибо! Готовы показать любой сценарий.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01 / ИДЕЯ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Астана — за один свободный час.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171700"/>
            <a:ext cx="7239000" cy="155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19"/>
              </a:lnSpc>
              <a:spcBef>
                <a:spcPts val="0"/>
              </a:spcBef>
              <a:spcAft>
                <a:spcPts val="0"/>
              </a:spcAft>
              <a:defRPr sz="9000" b="0">
                <a:solidFill>
                  <a:srgbClr val="D6ED92"/>
                </a:solidFill>
                <a:latin typeface="Noto Serif"/>
              </a:defRPr>
            </a:pPr>
            <a:r>
              <a:t>qadam.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771900"/>
            <a:ext cx="8763000" cy="10472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Маленькая прогулка.</a:t>
            </a:r>
          </a:p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Реальные места. Честные ограничения.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204460"/>
            <a:ext cx="76200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B6C6B7"/>
                </a:solidFill>
                <a:latin typeface="Noto Sans"/>
              </a:defRPr>
            </a:pPr>
            <a:r>
              <a:t>ИИ-помощник по городским прогулкам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0200" y="2270760"/>
            <a:ext cx="1676400" cy="1676400"/>
          </a:xfrm>
          <a:prstGeom prst="roundRect">
            <a:avLst>
              <a:gd name="adj" fmla="val 4000"/>
            </a:avLst>
          </a:prstGeom>
          <a:solidFill>
            <a:srgbClr val="D6E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9616440" y="2682240"/>
            <a:ext cx="861060" cy="86106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829800" y="2682240"/>
            <a:ext cx="647700" cy="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477500" y="2682240"/>
            <a:ext cx="0" cy="64770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02 / 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Свободное время есть. Готового плана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Что рядом?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Список мест ещё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учитывает вашу точку старта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 интересы.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86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86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Успею ли я?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86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На дорогу, посещение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нужен общий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бюджет.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59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59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Можно ли доверять?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59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Розетки, часы работы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доступность часто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неизвестны.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448300"/>
            <a:ext cx="1066800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3E36"/>
                </a:solidFill>
                <a:latin typeface="Noto Sans"/>
              </a:defRPr>
            </a:pPr>
            <a:r>
              <a:t>Для жителей, родителей и гостей города — когда есть 30–120 минут.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03 /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Один экран: от желания к маленькой прогулке.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03</a:t>
            </a:r>
          </a:p>
        </p:txBody>
      </p:sp>
      <p:pic>
        <p:nvPicPr>
          <p:cNvPr id="8" name="Picture 7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057400"/>
            <a:ext cx="7162800" cy="2541394"/>
          </a:xfrm>
          <a:prstGeom prst="rect">
            <a:avLst/>
          </a:prstGeom>
        </p:spPr>
      </p:pic>
      <p:pic>
        <p:nvPicPr>
          <p:cNvPr id="9" name="Picture 8" descr="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4991100"/>
            <a:ext cx="5154385" cy="1104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7200" y="21717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Контекст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7200" y="25755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Старт, время, настроение,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компания и ограничения.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7200" y="34290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1–3 варианта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7200" y="38328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Факты, личная идея и маленькая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миссия открытия.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7200" y="46863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План с источниками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7200" y="50901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Групповой маршрут, план Б и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проверяемые источники.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04 / ПОКАЗАТЬ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Демо: 60 минут возле EXPO.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11125200" cy="914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339340"/>
            <a:ext cx="10439400" cy="471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5"/>
              </a:lnSpc>
              <a:spcBef>
                <a:spcPts val="0"/>
              </a:spcBef>
              <a:spcAft>
                <a:spcPts val="0"/>
              </a:spcAft>
              <a:defRPr sz="2340" b="0">
                <a:solidFill>
                  <a:srgbClr val="D6ED92"/>
                </a:solidFill>
                <a:latin typeface="Noto Serif"/>
              </a:defRPr>
            </a:pPr>
            <a:r>
              <a:t>53 минуты = 33 минуты пешком + 20 минут на месте</a:t>
            </a:r>
          </a:p>
        </p:txBody>
      </p:sp>
      <p:pic>
        <p:nvPicPr>
          <p:cNvPr id="10" name="Picture 9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314700"/>
            <a:ext cx="6477000" cy="229806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29500" y="3429000"/>
            <a:ext cx="4114800" cy="8132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Короткая пауза → Аллея</a:t>
            </a:r>
          </a:p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мира и согласия → старт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381500"/>
            <a:ext cx="4000500" cy="11448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уже включено.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Остановки сокращены до 10 минут.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Закрепить · заменить · удалить ·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отменить.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740" y="6080759"/>
            <a:ext cx="108966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EXPO: сплошные линии по OSM; пунктир — оценка соединений. Входы и перекрытия не проверены.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05 /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Данные собраны автоматически. Пробелы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измерены.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300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именованных POI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53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86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39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факта из источников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72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59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мест с обогащением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" y="4511040"/>
            <a:ext cx="110490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OSM автоматически + отдельные факты официальных источников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9120" y="5074920"/>
            <a:ext cx="108966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5 районов · 102 записи с часами · 26 тегов доступности. 32 факта о 18 местах.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Источники уточнили расписания и исключили места с ограниченным доступом.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120" y="5966459"/>
            <a:ext cx="11049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Пять районов: 5 188 пешеходных путей · Снимок 18.10.2026 · © OpenStreetMap contributors / ODbL.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06 / ПОДХОД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RAG: сначала найти и проверить, потом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предложить.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POI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Реальный снимок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и источники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13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65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65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Поиск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65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BM25 + понятия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на трёх языках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044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4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Ограничения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44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Дорога, время,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часы и доступность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59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D6ED92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59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D6ED92"/>
                </a:solidFill>
                <a:latin typeface="Noto Serif"/>
              </a:defRPr>
            </a:pPr>
            <a:r>
              <a:t>Gemini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59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Объяснение, идея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и маленькая миссия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250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02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02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Проверка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00260" y="3520440"/>
            <a:ext cx="1752600" cy="7351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ID мест и цитат,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формат и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ограничения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" y="4762500"/>
            <a:ext cx="10972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ans"/>
              </a:defRPr>
            </a:pPr>
            <a:r>
              <a:t>Живой Gemini — локально и в видео; публичное демо без платной генерации.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" y="5311140"/>
            <a:ext cx="109728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Факты, маршруты и часы храним отдельно от сгенерированных советов.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Проверка ссылок не доказывает истинность каждой фразы. При ошибке — шаблоны.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07 / ИДЁМ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Кафе недоступно. Потеряли 15 минут. Что дальше?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07</a:t>
            </a:r>
          </a:p>
        </p:txBody>
      </p:sp>
      <p:pic>
        <p:nvPicPr>
          <p:cNvPr id="8" name="Picture 7" descr="compan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019300"/>
            <a:ext cx="4291537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38900" y="2209800"/>
            <a:ext cx="5067300" cy="471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5"/>
              </a:lnSpc>
              <a:spcBef>
                <a:spcPts val="0"/>
              </a:spcBef>
              <a:spcAft>
                <a:spcPts val="0"/>
              </a:spcAft>
              <a:defRPr sz="2340" b="0">
                <a:solidFill>
                  <a:srgbClr val="203E36"/>
                </a:solidFill>
                <a:latin typeface="Noto Serif"/>
              </a:defRPr>
            </a:pPr>
            <a:r>
              <a:t>Тот же срок. Новая точка.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8900" y="2705100"/>
            <a:ext cx="4991100" cy="9400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687768"/>
                </a:solidFill>
                <a:latin typeface="Noto Sans"/>
              </a:defRPr>
            </a:pPr>
            <a:r>
              <a:t>Остаток маршрута пересчитан от</a:t>
            </a:r>
          </a:p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687768"/>
                </a:solidFill>
                <a:latin typeface="Noto Sans"/>
              </a:defRPr>
            </a:pPr>
            <a:r>
              <a:t>подтверждённого места. Возвращение — к</a:t>
            </a:r>
          </a:p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687768"/>
                </a:solidFill>
                <a:latin typeface="Noto Sans"/>
              </a:defRPr>
            </a:pPr>
            <a:r>
              <a:t>исходному старту.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8900" y="3771900"/>
            <a:ext cx="50673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Запас не исчезает молча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8900" y="4229100"/>
            <a:ext cx="4991100" cy="6376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ans"/>
              </a:defRPr>
            </a:pPr>
            <a:r>
              <a:t>Если уже не успеваем, видны опоздание и</a:t>
            </a:r>
          </a:p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ans"/>
              </a:defRPr>
            </a:pPr>
            <a:r>
              <a:t>нехватка резерва. Можно сразу возвращаться.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8900" y="5295900"/>
            <a:ext cx="50673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Для жюри — явная репетиция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8900" y="5676900"/>
            <a:ext cx="4953000" cy="5596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687768"/>
                </a:solidFill>
                <a:latin typeface="Noto Sans"/>
              </a:defRPr>
            </a:pPr>
            <a:r>
              <a:t>Для прогулки — часы устройства и ручное</a:t>
            </a:r>
          </a:p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687768"/>
                </a:solidFill>
                <a:latin typeface="Noto Sans"/>
              </a:defRPr>
            </a:pPr>
            <a:r>
              <a:t>подтверждение. Без фонового GPS.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08 / ЭТИКА И ПРИВАТНОСТЬ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Доверие — это видимое «не знаем».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08</a:t>
            </a:r>
          </a:p>
        </p:txBody>
      </p:sp>
      <p:pic>
        <p:nvPicPr>
          <p:cNvPr id="8" name="Picture 7" descr="coff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133600"/>
            <a:ext cx="6400800" cy="2892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29500" y="21717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Факты и идеи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651760"/>
            <a:ext cx="38862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Источник POI отделён от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предложения, что сделать.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0" y="35433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Локация без истории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038600"/>
            <a:ext cx="38862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Расчёт в браузере. Точные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координаты и исходный запрос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отправляются в Gemini.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5806440"/>
            <a:ext cx="109728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91652D"/>
                </a:solidFill>
                <a:latin typeface="Noto Sans"/>
              </a:defRPr>
            </a:pPr>
            <a:r>
              <a:t>Никаких обещаний о тишине, розетках, ночной безопасности или маршруте без ступеней без данных.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09 / ПРОВЕРКА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Проверили поведение, а не только красивый экран.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тестов движка, API и Worker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3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89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комбинаций ограничений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4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25 / 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4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приёмочных сценариев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98 / 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93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проверок в браузере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928359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Ещё 6 тестов сбора графа и 100 сочетаний согласованности маршрута. Пользовательский пилот впереди.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10 / БИЗНЕС-ГИПОТЕЗА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Сначала польза человеку. Затем городской сервис.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33600"/>
            <a:ext cx="5410200" cy="34290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438400"/>
            <a:ext cx="48387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D6ED92"/>
                </a:solidFill>
                <a:latin typeface="Noto Serif"/>
              </a:defRPr>
            </a:pPr>
            <a:r>
              <a:t>Бесплатно для прогулки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Жители, родители, туристы.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Короткий план без регистрации.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343400"/>
            <a:ext cx="47625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Ценность: меньше времени на выбор,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больше понятных действий рядом.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2133600"/>
            <a:ext cx="5448300" cy="34290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0" y="2438400"/>
            <a:ext cx="48768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203E36"/>
                </a:solidFill>
                <a:latin typeface="Noto Serif"/>
              </a:defRPr>
            </a:pPr>
            <a:r>
              <a:t>B2B после пилота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Отели, городские порталы,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организаторы мероприятий.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0" y="4305300"/>
            <a:ext cx="47625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Гипотеза: платный виджет и интеграция.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Реклама маркируется и не отменяет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ограничения.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120" y="5935980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План пилота: 20 пользователей · 3 сценария · 2 недели. Это цель, не уже достигнутый результат.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11 / СЛЕДУЮЩИЙ ШАГ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Честные ограничения превращаем в план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развития.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7170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34696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Данные неполные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32410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7900" y="236982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Проверенные описания и расписания от партнёров.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400" y="306324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323850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Входы не проверены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21564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7900" y="3261360"/>
            <a:ext cx="53340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Пять районов на карте; проверить входы и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перекрытия.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3954779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13004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В тексте возможны ошибки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4107179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7900" y="4152900"/>
            <a:ext cx="53340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Оценка смысла ответов и полезности с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пользователями.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400" y="484632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502158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Язык остаётся эвристикой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99872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7900" y="504444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Больше примеров и проверка казахского языка.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120" y="5996940"/>
            <a:ext cx="108966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687768"/>
                </a:solidFill>
                <a:latin typeface="Noto Sans"/>
              </a:defRPr>
            </a:pPr>
            <a:r>
              <a:t>Понимаем «полчаса» и 1h30m. Неясное время просим подтвердить.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12 / ФИНАЛ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Один район. Один час. Один хороший Qadam.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10668000" cy="13533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Не просто «куда сходить».</a:t>
            </a:r>
          </a:p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План, которому понятны границы.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076700"/>
            <a:ext cx="10058400" cy="774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Личные идеи. Истории города. Пешеходные пути.</a:t>
            </a:r>
          </a:p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Сопровождение прогулки и возвращение с запасом.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463540"/>
            <a:ext cx="106680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C1CEBC"/>
                </a:solidFill>
                <a:latin typeface="Noto Sans"/>
              </a:defRPr>
            </a:pPr>
            <a:r>
              <a:t>ArcSolo · github.com/Csadow/qadam-astana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5935980"/>
            <a:ext cx="10668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C1CEBC"/>
                </a:solidFill>
                <a:latin typeface="Noto Sans"/>
              </a:defRPr>
            </a:pPr>
            <a:r>
              <a:t>Код и планировщик доступны публично. Живой Gemini — в локальном приложении и видео.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